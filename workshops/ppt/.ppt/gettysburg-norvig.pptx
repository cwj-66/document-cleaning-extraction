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60" r:id="rId6"/>
    <p:sldId id="268" r:id="rId7"/>
  </p:sldIdLst>
  <p:sldSz cx="9144000" cy="6858000" type="screen4x3"/>
  <p:notesSz cx="6858000" cy="9144000"/>
  <p:custDataLst>
    <p:tags r:id="rId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CC"/>
    <a:srgbClr val="CC00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08" y="5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48608B6-2290-AA5D-A246-AF7DA2C1E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8788"/>
            <a:ext cx="1676400" cy="639921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1477958-1A11-8752-60EF-5109BACE4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1447800" cy="38100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84F0335-D292-DAB2-7540-2847CB567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143000"/>
            <a:ext cx="6324600" cy="13716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C1C419B8-784D-EC08-5DD3-AA181954EA8D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1447800" y="1219200"/>
            <a:ext cx="6324600" cy="1143000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4AB9A891-CEEA-AC0B-8CE2-D6A223E47DB3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895600" y="2895600"/>
            <a:ext cx="4953000" cy="1752600"/>
          </a:xfrm>
        </p:spPr>
        <p:txBody>
          <a:bodyPr/>
          <a:lstStyle>
            <a:lvl1pPr marL="0" indent="0">
              <a:buFont typeface="Monotype Sorts" charset="2"/>
              <a:buNone/>
              <a:defRPr sz="24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7581FFD6-C44C-E2A6-BA7E-43A1D04AB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" y="6086475"/>
            <a:ext cx="13335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3082" name="Rectangle 1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42EA51-3003-B6FB-185D-BA31D930A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7813" y="6629400"/>
            <a:ext cx="622300" cy="228600"/>
          </a:xfrm>
          <a:prstGeom prst="rect">
            <a:avLst/>
          </a:prstGeom>
          <a:noFill/>
          <a:ln w="12700" cap="sq">
            <a:solidFill>
              <a:srgbClr val="FFFF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>
                <a:solidFill>
                  <a:srgbClr val="CC0000"/>
                </a:solidFill>
              </a:rPr>
              <a:t>b a c k</a:t>
            </a:r>
            <a:endParaRPr lang="en-US" altLang="en-US"/>
          </a:p>
        </p:txBody>
      </p:sp>
      <p:sp>
        <p:nvSpPr>
          <p:cNvPr id="3083" name="Rectangle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A049CD0-E470-5202-028F-5F497087E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0113" y="6629400"/>
            <a:ext cx="622300" cy="228600"/>
          </a:xfrm>
          <a:prstGeom prst="rect">
            <a:avLst/>
          </a:prstGeom>
          <a:noFill/>
          <a:ln w="12700" cap="sq">
            <a:solidFill>
              <a:srgbClr val="FFFF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>
                <a:solidFill>
                  <a:srgbClr val="CC0000"/>
                </a:solidFill>
              </a:rPr>
              <a:t>n e x t</a:t>
            </a:r>
            <a:endParaRPr lang="en-US" altLang="en-US"/>
          </a:p>
        </p:txBody>
      </p:sp>
      <p:sp>
        <p:nvSpPr>
          <p:cNvPr id="3084" name="Rectangle 1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4F4C44A-55E7-B40E-1AF7-95F55598C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5813" y="6630988"/>
            <a:ext cx="622300" cy="228600"/>
          </a:xfrm>
          <a:prstGeom prst="rect">
            <a:avLst/>
          </a:prstGeom>
          <a:noFill/>
          <a:ln w="12700" cap="sq">
            <a:solidFill>
              <a:srgbClr val="FFFF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>
                <a:solidFill>
                  <a:srgbClr val="CC0000"/>
                </a:solidFill>
              </a:rPr>
              <a:t>h o m e</a:t>
            </a:r>
            <a:endParaRPr lang="en-US" altLang="en-US"/>
          </a:p>
        </p:txBody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B5FE8409-7E03-C5EC-8189-C47FA4E13CBA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11/19/1863</a:t>
            </a:r>
          </a:p>
        </p:txBody>
      </p:sp>
      <p:sp>
        <p:nvSpPr>
          <p:cNvPr id="3086" name="Rectangle 14">
            <a:extLst>
              <a:ext uri="{FF2B5EF4-FFF2-40B4-BE49-F238E27FC236}">
                <a16:creationId xmlns:a16="http://schemas.microsoft.com/office/drawing/2014/main" id="{385C3C6F-6674-8443-A6D5-EFF61DDD4C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087" name="Rectangle 15">
            <a:extLst>
              <a:ext uri="{FF2B5EF4-FFF2-40B4-BE49-F238E27FC236}">
                <a16:creationId xmlns:a16="http://schemas.microsoft.com/office/drawing/2014/main" id="{A312BBD7-F600-E61E-6727-1EC972ED4F3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40386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C353CD2-F461-4755-AB25-D9E88F8F9D5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 autoUpdateAnimBg="0"/>
      <p:bldP spid="3078" grpId="0" build="p" autoUpdateAnimBg="0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07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1D21DA-C619-BEA9-8591-79D5875DB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795CD4-D0B0-9BFD-5A54-CB8B2815A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54428A-2AC9-F6AA-6D74-480087D43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11/19/1863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753F32-562A-5A87-DF21-D4A57FEE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1B9983-F2C2-912F-4C0C-96D19361F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25A90B-46A0-4223-8121-3A1094F850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1182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2D50D-B4F6-9398-356D-438FEB5A1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6536FE-87D1-1057-4B8F-9A36827EA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65EB73-A254-85CD-2E1D-FBABE4F9C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11/19/1863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2DCC69-F090-ADA0-C278-A35A1F847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E77507-990E-6C76-3591-4B481D2CC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93C32A-86BE-46EC-83DE-916AA4BC47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1855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2D56D-F2C4-4747-E932-73C682B1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EE266D-9D97-2AF3-8EEF-17E9D2676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43200" y="2590800"/>
            <a:ext cx="3009900" cy="3352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10F7DA-3BE3-90EC-83B9-F27DFDED5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5500" y="2590800"/>
            <a:ext cx="3009900" cy="3352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1752F5-0ECB-97FF-1511-E1C428F62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11/19/1863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3AF0E3-99FC-8A19-A593-71FE87D77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09D868-4923-E15D-6EF3-006162012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252FA3-A003-4602-AEB9-29F5D63C8F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9115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D1988-13F1-064A-5763-AD535B6D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D9E109-16B9-946F-87AC-DC0955999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D3D519-A6A6-7DDD-C6A7-6ABE3F826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CA965CD-2939-208C-E70C-785DC2171A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AA079E-A629-6D69-5729-1CEBBEB49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B6F1FD2-C6B2-63E2-CBCB-A23DFF44C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11/19/1863</a:t>
            </a: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25F8110-D058-7049-523A-EAB3557CC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C870FF-C7D9-DCF6-C509-D26846EB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77E729-FCA8-4214-8DAB-A7D2037E49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5970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F9EE9-A671-CAB5-B819-FEE4B0A6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3D6263-EB8E-6F55-A59A-B90E3207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11/19/1863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D04D4A-C7EA-A5D3-0EC8-C5725242B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FE8745-8D5A-DC96-A8CD-56F52DAB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25DA17-87F0-442F-83CB-29B278D219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2834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D509C9-1F6E-A456-F5F4-F44B3C920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11/19/1863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7628CA-EE43-5E1D-DFFD-F6A3FADF5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2CCFFF-765D-30FA-30EC-A62121FFF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ACB10E-1F29-470B-9CBF-FE1F7268D5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4951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5E7DA-B899-2729-F5C4-031615950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7E334B-DD7F-0751-AC46-137A8CB0F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625AAA-1318-7ABB-E303-F41E55680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B909BD-EE4A-6FB9-F779-E6D287D7E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11/19/1863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BE87A9-C677-95ED-55DE-F9AA3BE0A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4ABA26-0B30-6F72-EF62-6121C3335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589EAD-D2C3-456C-B3DC-B28E1B5C3D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0154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8CB8F-4B99-4AE9-B303-C2B1728D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90BB5D9-AAD0-82D2-7365-E5EA8D9362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D2DE36-3DEB-5BC0-DBD0-698B669FD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C5076E-9244-A6F6-ED1A-29041139A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11/19/1863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2DC623-EB15-FABE-11A7-7344122E2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6E12A7-3325-46CC-011F-8F343BFD3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ED4664-4F1A-47E5-A518-265E04A937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9162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18BD8-9554-0E53-0BA5-4930C5107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5886DD-3D1F-44BD-5CE0-D56CF4131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899A4D-8B4A-E88A-C298-F45880133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11/19/1863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F27026-38F0-6EC2-EF9E-B411D81F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8DC0B5-B3C1-02D6-A8F3-D13E803E8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B87C44-9194-43F0-B2F3-361CAEE203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8913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7138030-87E8-D172-67D4-4845C6DFDE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48500" y="1257300"/>
            <a:ext cx="1866900" cy="4686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85F12C-D9DF-F229-FE2E-906F7008D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47800" y="1257300"/>
            <a:ext cx="5448300" cy="4686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B3E096-8240-5CD1-CCFA-CBB0499B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11/19/1863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FBB09C-4768-AC1F-B209-393CEFC7F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4B862-DA29-839B-08C4-B4BE285E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97539B-A118-4FF2-A90D-F83230498B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007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988505C-AC4A-AB46-8ABE-857807E4A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8788"/>
            <a:ext cx="1676400" cy="639921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9212108-8B2A-8DC4-4E0B-6C68A0E3F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1447800" cy="38100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D35A4BE-8DEC-6A50-1447-6CF755BB0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143000"/>
            <a:ext cx="6324600" cy="13716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F972846-0273-7E78-1422-94FB57E32E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47800" y="1257300"/>
            <a:ext cx="63246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3038FFD-8566-67D7-FD74-02519690C2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743200" y="2590800"/>
            <a:ext cx="61722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1" name="Rectangle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E5C3095-34C2-79E9-890A-72FFE3F44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7813" y="6629400"/>
            <a:ext cx="622300" cy="228600"/>
          </a:xfrm>
          <a:prstGeom prst="rect">
            <a:avLst/>
          </a:prstGeom>
          <a:noFill/>
          <a:ln w="12700" cap="sq">
            <a:solidFill>
              <a:srgbClr val="FFFF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>
                <a:solidFill>
                  <a:srgbClr val="CC0000"/>
                </a:solidFill>
              </a:rPr>
              <a:t>b a c k</a:t>
            </a:r>
            <a:endParaRPr lang="en-US" altLang="en-US"/>
          </a:p>
        </p:txBody>
      </p:sp>
      <p:sp>
        <p:nvSpPr>
          <p:cNvPr id="1032" name="Rectangle 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48BD27A-C756-3F3C-8422-E322D56C8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0113" y="6629400"/>
            <a:ext cx="622300" cy="228600"/>
          </a:xfrm>
          <a:prstGeom prst="rect">
            <a:avLst/>
          </a:prstGeom>
          <a:noFill/>
          <a:ln w="12700" cap="sq">
            <a:solidFill>
              <a:srgbClr val="FFFF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>
                <a:solidFill>
                  <a:srgbClr val="CC0000"/>
                </a:solidFill>
              </a:rPr>
              <a:t>n e x t</a:t>
            </a:r>
            <a:endParaRPr lang="en-US" altLang="en-US"/>
          </a:p>
        </p:txBody>
      </p:sp>
      <p:sp>
        <p:nvSpPr>
          <p:cNvPr id="1033" name="Rectangle 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0282D9D-FDB4-ACFD-3086-5D8BA03E8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5813" y="6630988"/>
            <a:ext cx="622300" cy="228600"/>
          </a:xfrm>
          <a:prstGeom prst="rect">
            <a:avLst/>
          </a:prstGeom>
          <a:noFill/>
          <a:ln w="12700" cap="sq">
            <a:solidFill>
              <a:srgbClr val="FFFF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>
                <a:solidFill>
                  <a:srgbClr val="CC0000"/>
                </a:solidFill>
              </a:rPr>
              <a:t>h o m e</a:t>
            </a:r>
            <a:endParaRPr lang="en-US" altLang="en-US"/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332E16E2-D18F-69E8-465E-ACF5B69FE5E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0" y="54864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Times New Roman" panose="02020603050405020304" pitchFamily="18" charset="0"/>
              </a:defRPr>
            </a:lvl1pPr>
          </a:lstStyle>
          <a:p>
            <a:r>
              <a:rPr lang="en-US" altLang="en-US"/>
              <a:t>11/19/1863</a:t>
            </a:r>
          </a:p>
        </p:txBody>
      </p:sp>
      <p:sp>
        <p:nvSpPr>
          <p:cNvPr id="1035" name="Rectangle 11">
            <a:extLst>
              <a:ext uri="{FF2B5EF4-FFF2-40B4-BE49-F238E27FC236}">
                <a16:creationId xmlns:a16="http://schemas.microsoft.com/office/drawing/2014/main" id="{C030CAEE-C8EA-5FD3-451D-F5790CF0131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5943600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39E0DBC5-D883-9F69-280B-EE8A0A8D687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576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Times New Roman" panose="02020603050405020304" pitchFamily="18" charset="0"/>
              </a:defRPr>
            </a:lvl1pPr>
          </a:lstStyle>
          <a:p>
            <a:fld id="{099F0AB7-498F-48F4-A393-1A66F68F1AE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" grpId="0" autoUpdateAnimBg="0"/>
      <p:bldP spid="1030" grpId="0" build="p" autoUpdateAnimBg="0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3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3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3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3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3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3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3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3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charset="2"/>
        <a:buChar char="n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charset="2"/>
        <a:buChar char="&lt;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278C9B25-5A28-CBCB-F6F0-8A2C7EE345C8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/>
          <a:p>
            <a:r>
              <a:rPr lang="en-US" altLang="en-US"/>
              <a:t>11/19/1863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A7E58ECE-A9F7-41D9-4851-F7218F13CE5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Gettysburg Cemetery Dedication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F4F69A63-5C98-CD6C-7AF9-7D6552B7535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Abraham Lincoln</a:t>
            </a:r>
          </a:p>
          <a:p>
            <a:endParaRPr lang="en-US" alt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3" grpId="0" autoUpdateAnimBg="0"/>
      <p:bldP spid="4104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F6F07A-217B-DFBE-2CD7-107DE262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11/19/1863</a:t>
            </a:r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F00891C2-31A5-2D0A-18A6-D6ECFCE67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Agenda</a:t>
            </a:r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D0AEA37C-AC29-ACD4-DDB7-A8FC0B8267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Met on battlefield (great)</a:t>
            </a:r>
          </a:p>
          <a:p>
            <a:r>
              <a:rPr lang="en-US" altLang="en-US"/>
              <a:t>Dedicate portion of field - fitting!</a:t>
            </a:r>
          </a:p>
          <a:p>
            <a:r>
              <a:rPr lang="en-US" altLang="en-US"/>
              <a:t>Unfinished work (great tasks)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7" grpId="0" autoUpdateAnimBg="0"/>
      <p:bldP spid="5128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943711-8123-C236-C69C-D0A90628D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11/19/1863</a:t>
            </a: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4CD1B7A4-B95C-D925-FC6B-51C4A1C4A1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Not on Agenda!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977149F-6AD7-5816-2685-864F34042B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Dedicate</a:t>
            </a:r>
          </a:p>
          <a:p>
            <a:r>
              <a:rPr lang="en-US" altLang="en-US"/>
              <a:t>Consecrate</a:t>
            </a:r>
          </a:p>
          <a:p>
            <a:r>
              <a:rPr lang="en-US" altLang="en-US"/>
              <a:t>Hallow</a:t>
            </a:r>
            <a:br>
              <a:rPr lang="en-US" altLang="en-US"/>
            </a:br>
            <a:r>
              <a:rPr lang="en-US" altLang="en-US"/>
              <a:t>(in narrow</a:t>
            </a:r>
            <a:r>
              <a:rPr kumimoji="0" lang="en-US" altLang="en-US"/>
              <a:t> sense)</a:t>
            </a:r>
          </a:p>
          <a:p>
            <a:r>
              <a:rPr kumimoji="0" lang="en-US" altLang="en-US"/>
              <a:t>Add or detract</a:t>
            </a:r>
          </a:p>
          <a:p>
            <a:r>
              <a:rPr kumimoji="0" lang="en-US" altLang="en-US"/>
              <a:t>Note or remember what we say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74BAC-F183-3822-C9A0-9675F15B5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11/19/1863</a:t>
            </a:r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6460D9BF-64B9-776F-4C6F-EFCC1B8D66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Review of Key Objectives</a:t>
            </a:r>
            <a:br>
              <a:rPr lang="en-US" altLang="en-US"/>
            </a:br>
            <a:r>
              <a:rPr lang="en-US" altLang="en-US"/>
              <a:t>&amp; Critical Success Factors</a:t>
            </a:r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351F5F45-A40E-6BBC-66D8-E33C9A5362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What makes nation unique</a:t>
            </a:r>
          </a:p>
          <a:p>
            <a:pPr lvl="1"/>
            <a:r>
              <a:rPr lang="en-US" altLang="en-US"/>
              <a:t>Conceived in Liberty</a:t>
            </a:r>
          </a:p>
          <a:p>
            <a:pPr lvl="1"/>
            <a:r>
              <a:rPr lang="en-US" altLang="en-US"/>
              <a:t>Men are equal</a:t>
            </a:r>
          </a:p>
          <a:p>
            <a:r>
              <a:rPr lang="en-US" altLang="en-US"/>
              <a:t>Shared vision</a:t>
            </a:r>
          </a:p>
          <a:p>
            <a:pPr lvl="1"/>
            <a:r>
              <a:rPr lang="en-US" altLang="en-US"/>
              <a:t>New birth of freedom</a:t>
            </a:r>
          </a:p>
          <a:p>
            <a:pPr lvl="1"/>
            <a:r>
              <a:rPr lang="en-US" altLang="en-US"/>
              <a:t>Gov’t of/for/by the people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1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1" grpId="0" autoUpdateAnimBg="0"/>
      <p:bldP spid="6152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9A63E6-E8E1-4897-4EAF-CAD38657E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11/19/1863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DDF6EBED-4816-9A6C-09B9-88C9494130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Organizational Overview</a:t>
            </a:r>
          </a:p>
        </p:txBody>
      </p:sp>
      <p:graphicFrame>
        <p:nvGraphicFramePr>
          <p:cNvPr id="8201" name="Object 9">
            <a:extLst>
              <a:ext uri="{FF2B5EF4-FFF2-40B4-BE49-F238E27FC236}">
                <a16:creationId xmlns:a16="http://schemas.microsoft.com/office/drawing/2014/main" id="{53225FA1-F6B6-71A9-02C3-5772624696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2514600"/>
          <a:ext cx="6097588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2" name="Chart" r:id="rId3" imgW="6096000" imgH="4064000" progId="MSGraph.Chart.8">
                  <p:embed followColorScheme="full"/>
                </p:oleObj>
              </mc:Choice>
              <mc:Fallback>
                <p:oleObj name="Chart" r:id="rId3" imgW="6096000" imgH="4064000" progId="MSGraph.Chart.8">
                  <p:embed followColorScheme="full"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514600"/>
                        <a:ext cx="6097588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D6F00-7CAA-204B-236C-78926BFE3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11/19/1863</a:t>
            </a:r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2F84E330-CC79-98C0-31F9-8E7E234050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16392" name="Rectangle 8">
            <a:extLst>
              <a:ext uri="{FF2B5EF4-FFF2-40B4-BE49-F238E27FC236}">
                <a16:creationId xmlns:a16="http://schemas.microsoft.com/office/drawing/2014/main" id="{47466D26-5A7E-F53E-9593-430985D878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New nation</a:t>
            </a:r>
          </a:p>
          <a:p>
            <a:r>
              <a:rPr lang="en-US" altLang="en-US"/>
              <a:t>Civil war</a:t>
            </a:r>
          </a:p>
          <a:p>
            <a:r>
              <a:rPr lang="en-US" altLang="en-US"/>
              <a:t>Dedicate field</a:t>
            </a:r>
          </a:p>
          <a:p>
            <a:r>
              <a:rPr lang="en-US" altLang="en-US"/>
              <a:t>Dedicated to unfinished work</a:t>
            </a:r>
          </a:p>
          <a:p>
            <a:r>
              <a:rPr lang="en-US" altLang="en-US"/>
              <a:t>New birth of freedom</a:t>
            </a:r>
          </a:p>
          <a:p>
            <a:r>
              <a:rPr lang="en-US" altLang="en-US"/>
              <a:t>Government not perish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3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3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1" grpId="0" autoUpdateAnimBg="0"/>
      <p:bldP spid="16392" grpId="0" build="p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INEDINNAVIGATOR" val="False"/>
  <p:tag name="HOTSPOTTYPE" val="FirstSlide"/>
  <p:tag name="BRANCHTO" val="1"/>
</p:tagLst>
</file>

<file path=ppt/theme/theme1.xml><?xml version="1.0" encoding="utf-8"?>
<a:theme xmlns:a="http://schemas.openxmlformats.org/drawingml/2006/main" name="Company Meeting (Online)">
  <a:themeElements>
    <a:clrScheme name="Company Meeting (Online) 1">
      <a:dk1>
        <a:srgbClr val="003300"/>
      </a:dk1>
      <a:lt1>
        <a:srgbClr val="FFFFFF"/>
      </a:lt1>
      <a:dk2>
        <a:srgbClr val="336600"/>
      </a:dk2>
      <a:lt2>
        <a:srgbClr val="FFCC66"/>
      </a:lt2>
      <a:accent1>
        <a:srgbClr val="996633"/>
      </a:accent1>
      <a:accent2>
        <a:srgbClr val="0099CC"/>
      </a:accent2>
      <a:accent3>
        <a:srgbClr val="ADB8AA"/>
      </a:accent3>
      <a:accent4>
        <a:srgbClr val="DADADA"/>
      </a:accent4>
      <a:accent5>
        <a:srgbClr val="CAB8AD"/>
      </a:accent5>
      <a:accent6>
        <a:srgbClr val="008AB9"/>
      </a:accent6>
      <a:hlink>
        <a:srgbClr val="FF9933"/>
      </a:hlink>
      <a:folHlink>
        <a:srgbClr val="009900"/>
      </a:folHlink>
    </a:clrScheme>
    <a:fontScheme name="Company Meeting (Online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ompany Meeting (Online) 1">
        <a:dk1>
          <a:srgbClr val="003300"/>
        </a:dk1>
        <a:lt1>
          <a:srgbClr val="FFFFFF"/>
        </a:lt1>
        <a:dk2>
          <a:srgbClr val="336600"/>
        </a:dk2>
        <a:lt2>
          <a:srgbClr val="FFCC66"/>
        </a:lt2>
        <a:accent1>
          <a:srgbClr val="996633"/>
        </a:accent1>
        <a:accent2>
          <a:srgbClr val="0099CC"/>
        </a:accent2>
        <a:accent3>
          <a:srgbClr val="ADB8AA"/>
        </a:accent3>
        <a:accent4>
          <a:srgbClr val="DADADA"/>
        </a:accent4>
        <a:accent5>
          <a:srgbClr val="CAB8AD"/>
        </a:accent5>
        <a:accent6>
          <a:srgbClr val="008AB9"/>
        </a:accent6>
        <a:hlink>
          <a:srgbClr val="FF9933"/>
        </a:hlink>
        <a:folHlink>
          <a:srgbClr val="00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ny Meeting (Online) 2">
        <a:dk1>
          <a:srgbClr val="4D4D4D"/>
        </a:dk1>
        <a:lt1>
          <a:srgbClr val="D6EFD0"/>
        </a:lt1>
        <a:dk2>
          <a:srgbClr val="336699"/>
        </a:dk2>
        <a:lt2>
          <a:srgbClr val="65B5D1"/>
        </a:lt2>
        <a:accent1>
          <a:srgbClr val="9BB9C3"/>
        </a:accent1>
        <a:accent2>
          <a:srgbClr val="99CCFF"/>
        </a:accent2>
        <a:accent3>
          <a:srgbClr val="E8F6E4"/>
        </a:accent3>
        <a:accent4>
          <a:srgbClr val="404040"/>
        </a:accent4>
        <a:accent5>
          <a:srgbClr val="CBD9DE"/>
        </a:accent5>
        <a:accent6>
          <a:srgbClr val="8AB9E7"/>
        </a:accent6>
        <a:hlink>
          <a:srgbClr val="009999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any Meeting (Online)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Powerbook HD:Applications:Microsoft Office 98:Templates:Presentations:Company Meeting (Online)</Template>
  <TotalTime>561</TotalTime>
  <Words>106</Words>
  <Application>Microsoft Office PowerPoint</Application>
  <PresentationFormat>全屏显示(4:3)</PresentationFormat>
  <Paragraphs>33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Arial</vt:lpstr>
      <vt:lpstr>Times New Roman</vt:lpstr>
      <vt:lpstr>Monotype Sorts</vt:lpstr>
      <vt:lpstr>Times</vt:lpstr>
      <vt:lpstr>Company Meeting (Online)</vt:lpstr>
      <vt:lpstr>Microsoft Graph 98 Chart</vt:lpstr>
      <vt:lpstr>Gettysburg Cemetery Dedication</vt:lpstr>
      <vt:lpstr>Agenda</vt:lpstr>
      <vt:lpstr>Not on Agenda!</vt:lpstr>
      <vt:lpstr>Review of Key Objectives &amp; Critical Success Factors</vt:lpstr>
      <vt:lpstr>Organizational Overview</vt:lpstr>
      <vt:lpstr>Summary</vt:lpstr>
    </vt:vector>
  </TitlesOfParts>
  <Company>NASA Ames Research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Gettysburg Cemetery Dedication</dc:title>
  <dc:creator>Peter Norvig</dc:creator>
  <cp:lastModifiedBy>卫健 陈</cp:lastModifiedBy>
  <cp:revision>3</cp:revision>
  <dcterms:created xsi:type="dcterms:W3CDTF">2000-01-06T07:14:52Z</dcterms:created>
  <dcterms:modified xsi:type="dcterms:W3CDTF">2026-07-03T07:12:31Z</dcterms:modified>
</cp:coreProperties>
</file>