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cleaning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contains fictional information for a document cleaning example. Sample A has twelve units and Sample B has eight units. Keep the source file and section when splitting content into chunks.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useful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contains fictional information for a document cleaning example. Sample A has twelve units and Sample B has eight units. Keep the source file and section when splitting content into chunks. This document contains fictional information for a document cleaning example. Sample A has twelve units and Sample B has eight units. Keep the source file and section when splitting content into chunks.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